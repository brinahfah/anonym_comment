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Wingdings 3" panose="05040102010807070707" pitchFamily="18" charset="2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fr-FR" sz="1862" b="0" i="0" u="none" strike="noStrike" baseline="0" dirty="0">
            <a:solidFill>
              <a:prstClr val="white">
                <a:lumMod val="65000"/>
                <a:lumOff val="35000"/>
              </a:prstClr>
            </a:solidFill>
            <a:latin typeface="Century Gothic" panose="020B0502020202020204"/>
          </a:endParaRPr>
        </a:p>
      </cx:txPr>
    </cx:title>
    <cx:plotArea>
      <cx:plotAreaRegion/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B3E4C0-26AC-48A8-B87C-88AEEBB161EB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89081-2EF3-4F7E-8D81-01B0A67C5869}" type="pres">
      <dgm:prSet presAssocID="{5AB3E4C0-26AC-48A8-B87C-88AEEBB161E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</dgm:ptLst>
  <dgm:cxnLst>
    <dgm:cxn modelId="{C37DB4F1-51E0-4A8F-A781-7B9274B3F620}" type="presOf" srcId="{5AB3E4C0-26AC-48A8-B87C-88AEEBB161EB}" destId="{1B589081-2EF3-4F7E-8D81-01B0A67C5869}" srcOrd="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3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1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5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8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5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0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7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3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81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425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95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4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162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9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D7BE6B-2B5F-4F40-B5E4-81DF76DCF88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7127C-BFF0-4C71-A182-D9EE5BD873A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82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623FD-EEC2-FA80-C7DE-836572475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MCDE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5F7D7E-4EF1-7059-C2B5-C0B44B5209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u="sng" dirty="0"/>
              <a:t>Projet</a:t>
            </a:r>
            <a:r>
              <a:rPr lang="fr-FR" dirty="0"/>
              <a:t>: Avis/Commentaires de l’ISDG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5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A8D41C-CCBC-7CA0-082C-43772255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Table de la Base de données</a:t>
            </a:r>
            <a:endParaRPr lang="en-US" u="sng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681B85B-4660-9A22-99EA-8406F1459D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769055"/>
              </p:ext>
            </p:extLst>
          </p:nvPr>
        </p:nvGraphicFramePr>
        <p:xfrm>
          <a:off x="1028700" y="2049779"/>
          <a:ext cx="9686925" cy="339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285">
                  <a:extLst>
                    <a:ext uri="{9D8B030D-6E8A-4147-A177-3AD203B41FA5}">
                      <a16:colId xmlns:a16="http://schemas.microsoft.com/office/drawing/2014/main" val="3702120129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896000301"/>
                    </a:ext>
                  </a:extLst>
                </a:gridCol>
                <a:gridCol w="2061527">
                  <a:extLst>
                    <a:ext uri="{9D8B030D-6E8A-4147-A177-3AD203B41FA5}">
                      <a16:colId xmlns:a16="http://schemas.microsoft.com/office/drawing/2014/main" val="168855854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1472445166"/>
                    </a:ext>
                  </a:extLst>
                </a:gridCol>
                <a:gridCol w="2036020">
                  <a:extLst>
                    <a:ext uri="{9D8B030D-6E8A-4147-A177-3AD203B41FA5}">
                      <a16:colId xmlns:a16="http://schemas.microsoft.com/office/drawing/2014/main" val="4231258247"/>
                    </a:ext>
                  </a:extLst>
                </a:gridCol>
              </a:tblGrid>
              <a:tr h="759850">
                <a:tc>
                  <a:txBody>
                    <a:bodyPr/>
                    <a:lstStyle/>
                    <a:p>
                      <a:r>
                        <a:rPr lang="fr-FR" dirty="0"/>
                        <a:t>Table </a:t>
                      </a:r>
                      <a:r>
                        <a:rPr lang="fr-FR" dirty="0" err="1"/>
                        <a:t>filieres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Table cours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Table </a:t>
                      </a:r>
                      <a:r>
                        <a:rPr lang="fr-FR" dirty="0" err="1"/>
                        <a:t>etudiants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Table commentaires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Table admins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913300"/>
                  </a:ext>
                </a:extLst>
              </a:tr>
              <a:tr h="440231">
                <a:tc>
                  <a:txBody>
                    <a:bodyPr/>
                    <a:lstStyle/>
                    <a:p>
                      <a:r>
                        <a:rPr lang="fr-FR" dirty="0" err="1"/>
                        <a:t>id_filiere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id_cour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id_study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id_comment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id_admin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330703"/>
                  </a:ext>
                </a:extLst>
              </a:tr>
              <a:tr h="440231">
                <a:tc>
                  <a:txBody>
                    <a:bodyPr/>
                    <a:lstStyle/>
                    <a:p>
                      <a:r>
                        <a:rPr lang="fr-FR" dirty="0"/>
                        <a:t>nom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nom_du_cour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code_identifiant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email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93704"/>
                  </a:ext>
                </a:extLst>
              </a:tr>
              <a:tr h="4402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id_filiere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id_filiere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commentaire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Mot_de_passe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043744"/>
                  </a:ext>
                </a:extLst>
              </a:tr>
              <a:tr h="434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posted_on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44522"/>
                  </a:ext>
                </a:extLst>
              </a:tr>
              <a:tr h="4402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id_cour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276878"/>
                  </a:ext>
                </a:extLst>
              </a:tr>
              <a:tr h="4402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Id_study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268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62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4C3C8-477F-68ED-054C-B1628E71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 des relations 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3B83AE-E820-1AE5-1A0B-43F7D88E4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Entité 1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5ABC51-965A-DB68-3D52-5F85CC7DC1E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 err="1"/>
              <a:t>Filieres</a:t>
            </a:r>
            <a:endParaRPr lang="fr-FR" dirty="0"/>
          </a:p>
          <a:p>
            <a:r>
              <a:rPr lang="fr-FR" dirty="0" err="1"/>
              <a:t>Filiere</a:t>
            </a:r>
            <a:endParaRPr lang="fr-FR" dirty="0"/>
          </a:p>
          <a:p>
            <a:r>
              <a:rPr lang="fr-FR" dirty="0"/>
              <a:t>Etudiant</a:t>
            </a:r>
          </a:p>
          <a:p>
            <a:r>
              <a:rPr lang="fr-FR" dirty="0"/>
              <a:t>Cours</a:t>
            </a:r>
          </a:p>
          <a:p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160543D-E25E-1138-2CC3-A76A6532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Relations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0CA1052-3D90-C8DB-4517-9A32B4E65A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Entité 2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F2135AE-7A50-3041-1538-4F0CD761B8E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Cours</a:t>
            </a:r>
          </a:p>
          <a:p>
            <a:r>
              <a:rPr lang="fr-FR" dirty="0"/>
              <a:t>Etudiant</a:t>
            </a:r>
          </a:p>
          <a:p>
            <a:r>
              <a:rPr lang="fr-FR" dirty="0"/>
              <a:t>Commentaire</a:t>
            </a:r>
          </a:p>
          <a:p>
            <a:r>
              <a:rPr lang="fr-FR" dirty="0"/>
              <a:t>Commentaire</a:t>
            </a:r>
            <a:endParaRPr lang="en-US" dirty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7C05EC1-7599-CFBF-6911-C179D815195E}"/>
              </a:ext>
            </a:extLst>
          </p:cNvPr>
          <p:cNvSpPr/>
          <p:nvPr/>
        </p:nvSpPr>
        <p:spPr>
          <a:xfrm>
            <a:off x="4057849" y="2704782"/>
            <a:ext cx="2600325" cy="242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3A7E6632-E799-014F-1350-CDD5DBC2B302}"/>
              </a:ext>
            </a:extLst>
          </p:cNvPr>
          <p:cNvSpPr/>
          <p:nvPr/>
        </p:nvSpPr>
        <p:spPr>
          <a:xfrm>
            <a:off x="4046339" y="3034267"/>
            <a:ext cx="2600325" cy="242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EC2FD8AA-B676-E6FE-BD95-3EDA019033AF}"/>
              </a:ext>
            </a:extLst>
          </p:cNvPr>
          <p:cNvSpPr/>
          <p:nvPr/>
        </p:nvSpPr>
        <p:spPr>
          <a:xfrm>
            <a:off x="4057849" y="3363752"/>
            <a:ext cx="2600325" cy="242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3D96CC81-0E47-0E46-182D-6B0ED881D9B3}"/>
              </a:ext>
            </a:extLst>
          </p:cNvPr>
          <p:cNvSpPr/>
          <p:nvPr/>
        </p:nvSpPr>
        <p:spPr>
          <a:xfrm>
            <a:off x="4046338" y="3729828"/>
            <a:ext cx="2600325" cy="242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2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3239C34-1244-2A60-1963-97EB6A80BD3F}"/>
              </a:ext>
            </a:extLst>
          </p:cNvPr>
          <p:cNvSpPr txBox="1"/>
          <p:nvPr/>
        </p:nvSpPr>
        <p:spPr>
          <a:xfrm>
            <a:off x="2285999" y="1"/>
            <a:ext cx="6600826" cy="461665"/>
          </a:xfrm>
          <a:prstGeom prst="rect">
            <a:avLst/>
          </a:prstGeom>
          <a:noFill/>
        </p:spPr>
        <p:txBody>
          <a:bodyPr wrap="square" anchor="t" anchorCtr="1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fr-FR" sz="24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REPRESENTATION SIMPLIFIEE EN GRAPHIQUE</a:t>
            </a:r>
            <a:endParaRPr lang="en-US" sz="24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Graphique 5">
                <a:extLst>
                  <a:ext uri="{FF2B5EF4-FFF2-40B4-BE49-F238E27FC236}">
                    <a16:creationId xmlns:a16="http://schemas.microsoft.com/office/drawing/2014/main" id="{AEA6A95C-F1F9-265E-2E4A-C3B91F6B409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99022395"/>
                  </p:ext>
                </p:extLst>
              </p:nvPr>
            </p:nvGraphicFramePr>
            <p:xfrm>
              <a:off x="-2032000" y="461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Graphique 5">
                <a:extLst>
                  <a:ext uri="{FF2B5EF4-FFF2-40B4-BE49-F238E27FC236}">
                    <a16:creationId xmlns:a16="http://schemas.microsoft.com/office/drawing/2014/main" id="{AEA6A95C-F1F9-265E-2E4A-C3B91F6B40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32000" y="461666"/>
                <a:ext cx="8128000" cy="5418667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AA30C028-0B53-6785-0D8B-8F308B1B48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219521"/>
              </p:ext>
            </p:extLst>
          </p:nvPr>
        </p:nvGraphicFramePr>
        <p:xfrm>
          <a:off x="971550" y="977667"/>
          <a:ext cx="8825355" cy="5880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C89879BD-6161-CF99-1A41-C7700E556C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072" y="785813"/>
            <a:ext cx="9324841" cy="555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68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827</TotalTime>
  <Words>91</Words>
  <Application>Microsoft Office PowerPoint</Application>
  <PresentationFormat>Grand écran</PresentationFormat>
  <Paragraphs>38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Wingdings 3</vt:lpstr>
      <vt:lpstr>Century Gothic</vt:lpstr>
      <vt:lpstr>Ion</vt:lpstr>
      <vt:lpstr>MCDE</vt:lpstr>
      <vt:lpstr>Table de la Base de données</vt:lpstr>
      <vt:lpstr>Résumé des relations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BIKIE BOUBENGA Elysee Brinah Fah</dc:creator>
  <cp:lastModifiedBy>BIKIE BOUBENGA Elysee Brinah Fah</cp:lastModifiedBy>
  <cp:revision>2</cp:revision>
  <dcterms:created xsi:type="dcterms:W3CDTF">2025-07-11T14:11:59Z</dcterms:created>
  <dcterms:modified xsi:type="dcterms:W3CDTF">2025-11-14T14:56:05Z</dcterms:modified>
</cp:coreProperties>
</file>